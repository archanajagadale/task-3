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4" r:id="rId9"/>
    <p:sldId id="265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3" name="Shape 1"/>
          <p:cNvSpPr/>
          <p:nvPr/>
        </p:nvSpPr>
        <p:spPr>
          <a:xfrm>
            <a:off x="22860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4" name="Shape 2"/>
          <p:cNvSpPr/>
          <p:nvPr/>
        </p:nvSpPr>
        <p:spPr>
          <a:xfrm>
            <a:off x="886968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5" name="Shape 3"/>
          <p:cNvSpPr/>
          <p:nvPr/>
        </p:nvSpPr>
        <p:spPr>
          <a:xfrm>
            <a:off x="228600" y="484632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6" name="Shape 4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solidFill>
            <a:srgbClr val="E7E6E6"/>
          </a:solidFill>
        </p:spPr>
      </p:sp>
      <p:sp>
        <p:nvSpPr>
          <p:cNvPr id="7" name="Text 5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046720" y="470916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of 20</a:t>
            </a:r>
            <a:endParaRPr lang="en-US" sz="1200" dirty="0"/>
          </a:p>
        </p:txBody>
      </p:sp>
      <p:sp>
        <p:nvSpPr>
          <p:cNvPr id="10" name="Text Box 9"/>
          <p:cNvSpPr txBox="1"/>
          <p:nvPr/>
        </p:nvSpPr>
        <p:spPr>
          <a:xfrm>
            <a:off x="826770" y="1656715"/>
            <a:ext cx="7235825" cy="2101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>
              <a:buNone/>
            </a:pPr>
            <a:r>
              <a:rPr lang="en-US" sz="2800" dirty="0">
                <a:solidFill>
                  <a:srgbClr val="1F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Build a formula combining nested IF with text matching: If Name contains 'John' AND Department = 'Sales', flag as 'Special Review', else 'Standard'.</a:t>
            </a:r>
            <a:endParaRPr lang="en-US" sz="2800" dirty="0">
              <a:solidFill>
                <a:srgbClr val="1F1F1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3" name="Shape 1"/>
          <p:cNvSpPr/>
          <p:nvPr/>
        </p:nvSpPr>
        <p:spPr>
          <a:xfrm>
            <a:off x="22860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4" name="Shape 2"/>
          <p:cNvSpPr/>
          <p:nvPr/>
        </p:nvSpPr>
        <p:spPr>
          <a:xfrm>
            <a:off x="886968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5" name="Shape 3"/>
          <p:cNvSpPr/>
          <p:nvPr/>
        </p:nvSpPr>
        <p:spPr>
          <a:xfrm>
            <a:off x="228600" y="484632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6" name="Shape 4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solidFill>
            <a:srgbClr val="E7E6E6"/>
          </a:solidFill>
        </p:spPr>
      </p:sp>
      <p:sp>
        <p:nvSpPr>
          <p:cNvPr id="7" name="Text 5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13690" y="1645920"/>
            <a:ext cx="809879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Create a formula using nested IF to assign performance ratings: 'Excellent' (&gt;$250K), 'Good' ($200K-$250K), 'Average' ($150K-$200K), 'Needs Improvement' (&lt;$150K).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0" y="470916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of 20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3" name="Shape 1"/>
          <p:cNvSpPr/>
          <p:nvPr/>
        </p:nvSpPr>
        <p:spPr>
          <a:xfrm>
            <a:off x="22860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4" name="Shape 2"/>
          <p:cNvSpPr/>
          <p:nvPr/>
        </p:nvSpPr>
        <p:spPr>
          <a:xfrm>
            <a:off x="886968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5" name="Shape 3"/>
          <p:cNvSpPr/>
          <p:nvPr/>
        </p:nvSpPr>
        <p:spPr>
          <a:xfrm>
            <a:off x="228600" y="484632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6" name="Shape 4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solidFill>
            <a:srgbClr val="E7E6E6"/>
          </a:solidFill>
        </p:spPr>
      </p:sp>
      <p:sp>
        <p:nvSpPr>
          <p:cNvPr id="7" name="Text 5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Write a nested IF formula that checks if an employee is in 'Sales' department AND has total sales &gt; $50K, then assign 'High Priority', else 'Regular'.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0" y="470916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of 20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3" name="Shape 1"/>
          <p:cNvSpPr/>
          <p:nvPr/>
        </p:nvSpPr>
        <p:spPr>
          <a:xfrm>
            <a:off x="22860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4" name="Shape 2"/>
          <p:cNvSpPr/>
          <p:nvPr/>
        </p:nvSpPr>
        <p:spPr>
          <a:xfrm>
            <a:off x="886968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5" name="Shape 3"/>
          <p:cNvSpPr/>
          <p:nvPr/>
        </p:nvSpPr>
        <p:spPr>
          <a:xfrm>
            <a:off x="228600" y="484632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6" name="Shape 4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solidFill>
            <a:srgbClr val="E7E6E6"/>
          </a:solidFill>
        </p:spPr>
      </p:sp>
      <p:sp>
        <p:nvSpPr>
          <p:cNvPr id="7" name="Text 5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Create an IFERROR formula that divides Q1 Sales by Q2 Sales, but returns 'N/A' if there's a division error. 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0" y="470916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of 20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3" name="Shape 1"/>
          <p:cNvSpPr/>
          <p:nvPr/>
        </p:nvSpPr>
        <p:spPr>
          <a:xfrm>
            <a:off x="22860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4" name="Shape 2"/>
          <p:cNvSpPr/>
          <p:nvPr/>
        </p:nvSpPr>
        <p:spPr>
          <a:xfrm>
            <a:off x="886968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5" name="Shape 3"/>
          <p:cNvSpPr/>
          <p:nvPr/>
        </p:nvSpPr>
        <p:spPr>
          <a:xfrm>
            <a:off x="228600" y="484632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6" name="Shape 4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solidFill>
            <a:srgbClr val="E7E6E6"/>
          </a:solidFill>
        </p:spPr>
      </p:sp>
      <p:sp>
        <p:nvSpPr>
          <p:cNvPr id="7" name="Text 5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a nested IF using OR logic: If Q1 &gt; 50000 OR Q2 &gt; 50000, assign 'Strong Quarter', else 'Moderate'.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0" y="470916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of 20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3" name="Shape 1"/>
          <p:cNvSpPr/>
          <p:nvPr/>
        </p:nvSpPr>
        <p:spPr>
          <a:xfrm>
            <a:off x="22860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4" name="Shape 2"/>
          <p:cNvSpPr/>
          <p:nvPr/>
        </p:nvSpPr>
        <p:spPr>
          <a:xfrm>
            <a:off x="886968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5" name="Shape 3"/>
          <p:cNvSpPr/>
          <p:nvPr/>
        </p:nvSpPr>
        <p:spPr>
          <a:xfrm>
            <a:off x="228600" y="484632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6" name="Shape 4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solidFill>
            <a:srgbClr val="E7E6E6"/>
          </a:solidFill>
        </p:spPr>
      </p:sp>
      <p:sp>
        <p:nvSpPr>
          <p:cNvPr id="7" name="Text 5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a nested IF checking three conditions: If Commission % &gt; 0.08 AND Total Sales &gt; $200K AND Department = 'Sales', then 'Top Performer'.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0" y="470916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of 20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3" name="Shape 1"/>
          <p:cNvSpPr/>
          <p:nvPr/>
        </p:nvSpPr>
        <p:spPr>
          <a:xfrm>
            <a:off x="22860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4" name="Shape 2"/>
          <p:cNvSpPr/>
          <p:nvPr/>
        </p:nvSpPr>
        <p:spPr>
          <a:xfrm>
            <a:off x="8869680" y="228600"/>
            <a:ext cx="45720" cy="466344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5" name="Shape 3"/>
          <p:cNvSpPr/>
          <p:nvPr/>
        </p:nvSpPr>
        <p:spPr>
          <a:xfrm>
            <a:off x="228600" y="4846320"/>
            <a:ext cx="8686800" cy="45720"/>
          </a:xfrm>
          <a:prstGeom prst="rect">
            <a:avLst/>
          </a:prstGeom>
          <a:solidFill>
            <a:srgbClr val="0070C0"/>
          </a:solidFill>
        </p:spPr>
      </p:sp>
      <p:sp>
        <p:nvSpPr>
          <p:cNvPr id="6" name="Shape 4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solidFill>
            <a:srgbClr val="E7E6E6"/>
          </a:solidFill>
        </p:spPr>
      </p:sp>
      <p:sp>
        <p:nvSpPr>
          <p:cNvPr id="7" name="Text 5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Write a formula using IFERROR that calculates the average of Q1, Q2, Q3, Q4 sales, but returns 'Insufficient Data' if any quarter has an error.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0" y="470916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of 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</Words>
  <Application>WPS Presentation</Application>
  <PresentationFormat>On-screen Show (16:9)</PresentationFormat>
  <Paragraphs>42</Paragraphs>
  <Slides>7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Archana Jagadale</cp:lastModifiedBy>
  <cp:revision>7</cp:revision>
  <dcterms:created xsi:type="dcterms:W3CDTF">2026-09-22T07:10:00Z</dcterms:created>
  <dcterms:modified xsi:type="dcterms:W3CDTF">2026-09-22T08:50:05Z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CB30E7FBF9B847A9918EB2C2A07034C9_13</vt:lpwstr>
  </property>
  <property fmtid="{D5CDD505-2E9C-101B-9397-08002B2CF9AE}" pid="3" name="KSOProductBuildVer">
    <vt:lpwstr>1033-12.1.0.28485</vt:lpwstr>
  </property>
</Properties>
</file>